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91AD-A82E-43CF-DF5D-6799158CA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3C5F1-B55B-5AB5-1310-5D4F2247A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B594E-0DB6-E657-5570-BE917C5E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3270B-86CC-62C0-1222-6AD8BB8D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A165A-8BB3-F7DA-8CD2-CCB37077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2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CD51-29E4-A58A-B99B-1AB73BDF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3407-4E50-EF15-DFC4-CBBC808F3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4F294-2920-56F6-FA2C-0CA70039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D7FFD-8C8A-A457-570A-C132BEFF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F40C-5E23-717F-B798-ADF8F8E2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4A38-1EA4-63D7-5072-DE96F2A4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BDFEC-7471-625E-609E-61104DF05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F0DC-E9E1-9718-6E2D-9434EC1C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EB198-5098-7600-9BCD-6FA97C58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D4C2-4055-9400-41C1-235BE8FB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9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A743-03E6-0CF3-519E-EAA5E8FC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8D29-E2FC-5A66-FDA3-5C8997795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29726-C5F1-E451-6528-F971C3C61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96E4A-C1ED-0C69-9BE4-78EC0E4F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29DC6-8FCD-1022-342E-8A6132AA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805DB-87EF-1BBC-A668-09210042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3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00C2-864E-AB54-24CC-B13A5D6E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22082-9290-A486-BE60-7A0F662D8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20D9B-81F1-F63C-053F-58F18A47D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4F8FF-0BED-A803-D2A6-DAF406F61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9A135-A6CC-5A06-00C0-8DDF84870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70D7F-F4CF-98B0-82EE-146A88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37FAB-F406-558E-E686-CB11323F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09549-AFD3-DCE7-E785-5BB421C4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4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B51A-A21D-E52A-3FD2-557BFC01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8BBA9-6166-86AF-E75B-E539FAD3C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A55DB-E5D8-CF9B-2383-B8BEDF06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132A2-D626-255C-8DEC-7135BDF9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0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431C-693B-6044-61A4-0E7660DB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E06F4-C47A-2DDA-83F0-706B082A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F74B1-FB07-835D-BAB5-14B4A017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8DE9-FC1A-321F-542D-C19D7420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C6ED-9C1C-0F49-3A1E-86348CD7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074E-1096-DCD9-9F9D-135D93679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3E443-DC88-D3B4-1AEE-C119AC130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113B9-2AA3-EB93-85D5-B5E1233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AC55C-4E27-6C74-E300-19D330EF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4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EA53-6A24-91A3-D10F-3BB72682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B8E2D-8098-E5E7-0DC2-1D1DDB6BF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C0A43-32F7-423F-B424-0E4CE79B2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50F53-AEA1-F365-51A1-3E1F1A06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2B394-BE29-60F5-9E2C-C9A2135B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11665-BD9C-91A8-93FE-9EF51850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4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5A2B-E160-747E-E43F-0E932049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7449D-0F85-4C3F-F2D1-7D0F793AF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35BB4-E57C-486D-AD9F-A3CE8F9D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EE2C-00B6-023F-31EA-82AA27A1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9B6F-B52C-298B-7E90-553B6F4E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5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5F6C1-8A11-7931-EE3A-4165EB02E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89C63-A8A5-D28A-EA44-DDCCB0C81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D02E8-ED81-9C67-1A1B-D72BA41A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447C2-529D-B965-B755-056B9086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4E0E9-01C8-1C54-59EE-24041EB3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2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11A56-C44E-7089-ACB3-AB35E048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F1B24-0240-38FF-07C2-84749DDD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59DF-1321-5AE3-6ABC-4A57F71FF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7E696-39D4-448C-BE63-BBED33A3A5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098E-5320-7729-6F06-C0A311CF4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33477-1FC7-95D6-C5C9-A65BAB084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42EE5-178B-4041-9D8C-8058EEAC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867402-6C76-7F8E-0580-16DBEB103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EB7EA-44D5-2F80-3EAF-DEF036D1EFDA}"/>
              </a:ext>
            </a:extLst>
          </p:cNvPr>
          <p:cNvSpPr txBox="1"/>
          <p:nvPr/>
        </p:nvSpPr>
        <p:spPr>
          <a:xfrm>
            <a:off x="0" y="612844"/>
            <a:ext cx="61159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kho_pro_backend</a:t>
            </a:r>
            <a:r>
              <a:rPr lang="en-US" dirty="0"/>
              <a:t>/</a:t>
            </a:r>
          </a:p>
          <a:p>
            <a:r>
              <a:rPr lang="en-US" dirty="0"/>
              <a:t>├── app/</a:t>
            </a:r>
          </a:p>
          <a:p>
            <a:r>
              <a:rPr lang="en-US" dirty="0"/>
              <a:t>│   ├── core/</a:t>
            </a:r>
          </a:p>
          <a:p>
            <a:r>
              <a:rPr lang="en-US" dirty="0"/>
              <a:t>│   │   ├── __init__.py</a:t>
            </a:r>
          </a:p>
          <a:p>
            <a:r>
              <a:rPr lang="en-US" dirty="0"/>
              <a:t>│   │   └── config.py          #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ENV</a:t>
            </a:r>
          </a:p>
          <a:p>
            <a:r>
              <a:rPr lang="en-US" dirty="0"/>
              <a:t>│   ├── models/</a:t>
            </a:r>
          </a:p>
          <a:p>
            <a:r>
              <a:rPr lang="en-US" dirty="0"/>
              <a:t>│   │   ├── __init__.py</a:t>
            </a:r>
          </a:p>
          <a:p>
            <a:r>
              <a:rPr lang="en-US" dirty="0"/>
              <a:t>│   │   └── warehouse.py       # Định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Location, Product, Inventory</a:t>
            </a:r>
          </a:p>
          <a:p>
            <a:r>
              <a:rPr lang="en-US" dirty="0"/>
              <a:t>│   ├── schemas/</a:t>
            </a:r>
          </a:p>
          <a:p>
            <a:r>
              <a:rPr lang="en-US" dirty="0"/>
              <a:t>│   │   ├── __init__.py</a:t>
            </a:r>
          </a:p>
          <a:p>
            <a:r>
              <a:rPr lang="en-US" dirty="0"/>
              <a:t>│   │   └── location.py        # Định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(</a:t>
            </a:r>
            <a:r>
              <a:rPr lang="en-US" dirty="0" err="1"/>
              <a:t>Pydantic</a:t>
            </a:r>
            <a:r>
              <a:rPr lang="en-US" dirty="0"/>
              <a:t>)</a:t>
            </a:r>
          </a:p>
          <a:p>
            <a:r>
              <a:rPr lang="en-US" dirty="0"/>
              <a:t>│   ├── routers/</a:t>
            </a:r>
          </a:p>
          <a:p>
            <a:r>
              <a:rPr lang="en-US" dirty="0"/>
              <a:t>│   │   ├── __init__.py</a:t>
            </a:r>
          </a:p>
          <a:p>
            <a:r>
              <a:rPr lang="en-US" dirty="0"/>
              <a:t>│   │   └── locations.py       # API </a:t>
            </a:r>
            <a:r>
              <a:rPr lang="en-US" dirty="0" err="1"/>
              <a:t>cho</a:t>
            </a:r>
            <a:r>
              <a:rPr lang="en-US" dirty="0"/>
              <a:t> ô </a:t>
            </a:r>
            <a:r>
              <a:rPr lang="en-US" dirty="0" err="1"/>
              <a:t>kệ</a:t>
            </a:r>
            <a:endParaRPr lang="en-US" dirty="0"/>
          </a:p>
          <a:p>
            <a:r>
              <a:rPr lang="en-US" dirty="0"/>
              <a:t>│   ├── database.py            #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SQLAlchemy</a:t>
            </a:r>
            <a:endParaRPr lang="en-US" dirty="0"/>
          </a:p>
          <a:p>
            <a:r>
              <a:rPr lang="en-US" dirty="0"/>
              <a:t>│   └── main.py                # File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FastAPI</a:t>
            </a:r>
            <a:endParaRPr lang="en-US" dirty="0"/>
          </a:p>
          <a:p>
            <a:r>
              <a:rPr lang="en-US" dirty="0"/>
              <a:t>├── .env                       #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  <a:p>
            <a:r>
              <a:rPr lang="en-US" dirty="0"/>
              <a:t>└── requirements.txt           # Thư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cài</a:t>
            </a:r>
            <a:endParaRPr lang="en-US" dirty="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FA444F7-62B2-6B74-61D0-2EA5FE89F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877" y="612844"/>
            <a:ext cx="4059893" cy="563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6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7DEF-A1DE-DDDE-C321-53E5B2BB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0D03A9-25B0-768D-CE39-6D5F8DBAC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11C9F-842C-445A-10F1-6A011B78C688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6066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F2FB-D813-EF02-DF06-DCEC38FE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F5B2F3-8305-3F18-4002-9E210FA3A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B9A48-EE4D-9A1B-63AF-22B668ACA41E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2860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B258-5C20-D611-5AE8-93893A81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269AF-158C-91C1-B1B2-95D24EB9A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CC76D-259B-0EFD-C69B-6F27B69B4743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9067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C69F-8AC2-5B61-A54E-0798EFE4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39989B-6071-0670-A92A-F7A20CD3B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533BA-7BF6-FE6B-2556-3D0F6A4FAA62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8963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8654-7388-50E8-8B96-DC262DF0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A7C033-E17B-DB40-4B45-51AF235D4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6625D-AB4F-C6C7-152B-18F59AACFF77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0040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7084-FCEE-F54A-4C34-221DC741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C1904F-C4FF-4A57-13AA-F61126E01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4F27C-20A4-040F-39D1-0BE1375C4117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8386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39CA-75EE-E323-E54A-BECA8E61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81890D-2A2C-F3C7-BE81-92806FD91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99213" cy="479685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09CBF-0C00-2E80-C461-D82E75CCE5E3}"/>
              </a:ext>
            </a:extLst>
          </p:cNvPr>
          <p:cNvSpPr txBox="1"/>
          <p:nvPr/>
        </p:nvSpPr>
        <p:spPr>
          <a:xfrm>
            <a:off x="164891" y="1364105"/>
            <a:ext cx="39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1278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156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Toàn Nguyễn</dc:creator>
  <cp:lastModifiedBy>Hưng Toàn Nguyễn</cp:lastModifiedBy>
  <cp:revision>4</cp:revision>
  <dcterms:created xsi:type="dcterms:W3CDTF">2026-07-20T01:53:49Z</dcterms:created>
  <dcterms:modified xsi:type="dcterms:W3CDTF">2026-07-22T09:11:39Z</dcterms:modified>
</cp:coreProperties>
</file>